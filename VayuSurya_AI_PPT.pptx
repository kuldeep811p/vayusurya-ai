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753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1371600"/>
            <a:ext cx="3657600" cy="3657600"/>
          </a:xfrm>
          <a:prstGeom prst="ellipse">
            <a:avLst/>
          </a:prstGeom>
          <a:solidFill>
            <a:srgbClr val="0B3D91">
              <a:alpha val="30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320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22860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effectLst>
                  <a:glow rad="127000">
                    <a:srgbClr val="0EA5E9">
                      <a:alpha val="40000"/>
                    </a:srgbClr>
                  </a:glo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🌤️ VayuSurya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Renewable Energy Generation Forecasting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2697480"/>
            <a:ext cx="3657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8803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B3D91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880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28803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B3D91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880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KREDL / KSPDCL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8803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B3D91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880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VSA  —  Kuldeep Parmar · Nishchal Soni · Ankit Mewada · Piyush Saini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a weather-wise plant operator who never sleeps"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 |  AI for Bharat — Theme 10  |  KREDL / KSPDCL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743200" cy="3200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🌦️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Variability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output depends on cloud cover &amp; irradiation. Wind varies with speed &amp; direction. Generation is inherently unpredictable.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743200" cy="3200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Constraints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0574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SCADA/EMS systems cannot be modified. Solution must work as an overlay layer — no replacements allowed.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743200" cy="320040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6868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Gaps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05740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Day-ahead, intra-day &amp; hourly forecasts needed. Uncertainty must be quantified. Explanations required for operators.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8595360" cy="502920"/>
          </a:xfrm>
          <a:prstGeom prst="rect">
            <a:avLst/>
          </a:prstGeom>
          <a:solidFill>
            <a:srgbClr val="1A0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245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Impact: Scheduling inefficiencies → Curtailment losses → Grid imbalance → Backup (thermal) over-reliance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 |  AI for Bharat — Theme 10  |  KREDL / KSPDCL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Our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solidFill>
            <a:srgbClr val="11224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9552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is a forecasting layer that learns how each solar plant and wind cluster behaves under changing weather — and tells planners what's coming, with confidence.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Day-Ahead Forecast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4048" y="2075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predictions for operational planning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600200"/>
            <a:ext cx="274320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4408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Intra-Day Updates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64408" y="2075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6-hour rolling updates as weather changes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74320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Hourly Predictions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44768" y="2075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hour-by-hour generation estimates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274320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063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Uncertainty Bands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34472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 / P50 / P90 confidence intervals always included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2971800"/>
            <a:ext cx="274320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64408" y="3063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SHAP Explainability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4408" y="34472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which weather driver caused each change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971800"/>
            <a:ext cx="2743200" cy="1188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44768" y="3063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No System Changes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44768" y="34472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overlay — zero modification to existing systems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 |  AI for Bharat — Theme 10  |  KREDL / KSPDCL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554480" cy="1463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914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🌤️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Historical Gen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47088" y="1508760"/>
            <a:ext cx="1371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8528" y="14538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822960"/>
            <a:ext cx="1554480" cy="1463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914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84448" y="1508760"/>
            <a:ext cx="1371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4538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822960"/>
            <a:ext cx="155448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914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4904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QRF 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trees)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21808" y="1508760"/>
            <a:ext cx="1371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14538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822960"/>
            <a:ext cx="1554480" cy="1463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914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P10/P50/P90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59168" y="1508760"/>
            <a:ext cx="1371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14538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822960"/>
            <a:ext cx="155448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914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23760" y="14630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468880"/>
            <a:ext cx="4114800" cy="19202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2880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irr_cloud_interaction = Irradiance × (1 − cloud/100)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wind_cube = ((ws−3)/9)²  [power curve]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3429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temp_derating = 1 − 0.004 × max(0, T−25)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hour_sin / hour_cos  [cyclic time encoding]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3977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wind_dir_cos  [direction-aware component]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468880"/>
            <a:ext cx="4206240" cy="192024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514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Regression Forest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2880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50 decision trees in ensemble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31272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Bootstrap sampling per tree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337413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P10 = 10th percentile of all tree outputs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36210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P50 = median forecast (best estimate)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0" y="38679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P90 = 90th percentile (upper bound)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41148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external ML library needed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 |  AI for Bharat — Theme 10  |  KREDL / KSPDCL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Uncertainty &amp; Explainability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11480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291840"/>
            <a:ext cx="320040" cy="36576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3429000"/>
            <a:ext cx="16459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017520"/>
            <a:ext cx="320040" cy="64008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3154680"/>
            <a:ext cx="164592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560320"/>
            <a:ext cx="320040" cy="109728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9032" y="2697480"/>
            <a:ext cx="164592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2194560"/>
            <a:ext cx="320040" cy="146304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0512" y="2331720"/>
            <a:ext cx="164592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2011680"/>
            <a:ext cx="320040" cy="16459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1992" y="2148840"/>
            <a:ext cx="164592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2194560"/>
            <a:ext cx="320040" cy="146304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472" y="2331720"/>
            <a:ext cx="164592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2468880"/>
            <a:ext cx="320040" cy="118872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4952" y="2606040"/>
            <a:ext cx="164592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834640"/>
            <a:ext cx="320040" cy="82296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56432" y="2971800"/>
            <a:ext cx="164592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3200400"/>
            <a:ext cx="320040" cy="457200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67912" y="3337560"/>
            <a:ext cx="164592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47872"/>
            <a:ext cx="3749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118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→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P10 = Lower bound (pessimistic)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1618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P50 = Point forecast (best estimate)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1911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P90 = Upper bound (optimistic)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2203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Band width = forecast uncertainty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2496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Color coded: Green / Amber / Red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2788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Alert triggered when uncertainty &gt; 20%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822960"/>
            <a:ext cx="420624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822960"/>
            <a:ext cx="42062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8961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Irradiance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46520" y="1408176"/>
            <a:ext cx="182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1408176"/>
            <a:ext cx="1389888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82128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Cover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1911096"/>
            <a:ext cx="182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6520" y="1911096"/>
            <a:ext cx="1024128" cy="20116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1874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Wind Speed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46520" y="2414016"/>
            <a:ext cx="182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2414016"/>
            <a:ext cx="731520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2377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46520" y="2916936"/>
            <a:ext cx="182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46520" y="2916936"/>
            <a:ext cx="29260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84848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Time of Day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3419856"/>
            <a:ext cx="182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46520" y="3419856"/>
            <a:ext cx="21945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11696" y="3383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09160" y="3977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Operators see WHY generation changed, not just what was predicted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 |  AI for Bharat — Theme 10  |  KREDL / KSPDCL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Karnataka Coverage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743200" cy="1234440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8961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6012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Bellary Solar Cluster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87552" y="132588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42200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325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37360" y="1325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 MW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6002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1234440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8961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Chitradurga Wind Farm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13632" y="132588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0183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3632" y="1325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1325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 MW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16002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743200" cy="1234440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8961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228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Tumkur Solar Park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39712" y="132588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42200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1325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89520" y="1325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 MW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16002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2743200" cy="1234440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231343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0120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Davangere Wind Cluster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7552" y="274320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0183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37360" y="2743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 MW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37360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0" y="2240280"/>
            <a:ext cx="2743200" cy="1234440"/>
          </a:xfrm>
          <a:prstGeom prst="rect">
            <a:avLst/>
          </a:prstGeom>
          <a:solidFill>
            <a:srgbClr val="0F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00400" y="231343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886200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Solar Plant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13632" y="274320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42200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13632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2743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 MW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63440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26480" y="2240280"/>
            <a:ext cx="2743200" cy="1234440"/>
          </a:xfrm>
          <a:prstGeom prst="rect">
            <a:avLst/>
          </a:prstGeom>
          <a:solidFill>
            <a:srgbClr val="0F2040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231343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💨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12280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Bidar Wind Cluster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39712" y="274320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00183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2743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589520" y="2743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MW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589520" y="30175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1122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251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Coverage: 6 regions  |  3 Solar + 3 Wind  |  1,000 MW total capacity  |  Single unified model for all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 |  AI for Bharat — Theme 10  |  KREDL / KSPDCL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Non-Negotiables — 100% Compliant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2354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052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not modified or replaced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51960" y="932688"/>
            <a:ext cx="1828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8686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read-only forecasting layer — zero changes to SCADA/EMS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859536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47218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53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4173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as forecasting overlay layer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481328"/>
            <a:ext cx="1828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4173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data copies only; no writes to any operational 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20240"/>
            <a:ext cx="859536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02082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002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19659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masked / synthetic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2029968"/>
            <a:ext cx="1828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9659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Karnataka synthetic data — no real data required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468880"/>
            <a:ext cx="859536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56946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551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2514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must be explainable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2578608"/>
            <a:ext cx="1828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25146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SHAP-style permutation importance shows driver for every prediction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11810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30632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explicitly represented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51960" y="3127248"/>
            <a:ext cx="1828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30632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P10/P50/P90 bands + per-hour uncertainty chart on dashboard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566160"/>
            <a:ext cx="8595360" cy="475488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366674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648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3611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hosted LLM on sensitive data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51960" y="3675888"/>
            <a:ext cx="1828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3400" y="36118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ML model (QRF) — zero LLM usage anywhere in the system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114800"/>
            <a:ext cx="859536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4215384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197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" y="4160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across assets &amp; geographies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51960" y="4224528"/>
            <a:ext cx="18288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43400" y="41605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architecture works for solar + wind across all 6 regions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 |  AI for Bharat — Theme 10  |  KREDL / KSPDCL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Privacy &amp; Data Handling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411480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822960"/>
            <a:ext cx="54864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On-Prem Deployment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Runs inside KREDL's secure environment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data leaves Karnataka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4825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cloud dependency required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54864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Synthetic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 generation data masked for demo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70992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Synthetic profiles match Karnataka regions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04825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Fully privacy compliant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11480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43200"/>
            <a:ext cx="54864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LLM Usage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Zero hosted LLM anywhere in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6301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Pure statistical ML model only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96849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sensitive data sent externally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114800" cy="1737360"/>
          </a:xfrm>
          <a:prstGeom prst="rect">
            <a:avLst/>
          </a:prstGeom>
          <a:solidFill>
            <a:srgbClr val="0F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743200"/>
            <a:ext cx="54864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Data Pipeline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2918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layer reads data copies only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363016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writes to existing systems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96849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Missing values → rolling average imputation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 |  AI for Bharat — Theme 10  |  KREDL / KSPDCL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Roadmap &amp;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Current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237744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Synthetic data pipeline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214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QRF model (solar+wind)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Streamlit 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SHAP explainability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2377440"/>
          </a:xfrm>
          <a:prstGeom prst="rect">
            <a:avLst/>
          </a:prstGeom>
          <a:solidFill>
            <a:srgbClr val="0F20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98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19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IMD weather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1214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API endpoint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523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Masked data ingestion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Intra-day automation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822960"/>
            <a:ext cx="274320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 2-3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743200" cy="2377440"/>
          </a:xfrm>
          <a:prstGeom prst="rect">
            <a:avLst/>
          </a:prstGeom>
          <a:solidFill>
            <a:srgbClr val="0F20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298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1719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LSTM/XGBoost hybrid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1214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Auto-retraining pipeline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5237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Drift detection alerts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99.5% SLA deployment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749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114800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~20-38%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4320" y="4462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improvement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baseline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4114800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468880" y="4462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4114800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63440" y="4462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58000" y="4114800"/>
            <a:ext cx="2011680" cy="777240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133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58000" y="446227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VayuSurya AI  |  AI for Bharat — Theme 10  |  KREDL / KSPDCL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B3D91">
              <a:alpha val="25000"/>
            </a:srgbClr>
          </a:solidFill>
          <a:ln w="12700">
            <a:solidFill>
              <a:srgbClr val="0B3D91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VayuSurya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Karnataka's Renewable Future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1417320"/>
            <a:ext cx="54864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459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Accurate P10/P50/P90 forecasts for solar &amp; wind across Karnataka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04825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Explicit uncertainty quantification — no more guesswork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45059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SHAP explainability — operators know WHY, not just what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8529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system modifications — pure read-only overlay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25526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Works with synthetic/masked data — privacy compliant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6576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Single model generalizes across all assets &amp; geographies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1122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github.com/kuldeep811p/VayuSurya-AI  |  Team VSA  |  AI for Bharat — Theme 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939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4398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2352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6944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4983480"/>
            <a:ext cx="82296" cy="8229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6128" y="4983480"/>
            <a:ext cx="82296" cy="822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1025</Words>
  <Application>Microsoft Office PowerPoint</Application>
  <PresentationFormat>On-screen Show (16:9)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VayuSurya AI</dc:title>
  <dc:subject>PptxGenJS Presentation</dc:subject>
  <dc:creator>Team VSA</dc:creator>
  <cp:lastModifiedBy>hp</cp:lastModifiedBy>
  <cp:revision>1</cp:revision>
  <dcterms:created xsi:type="dcterms:W3CDTF">2026-04-22T06:08:04Z</dcterms:created>
  <dcterms:modified xsi:type="dcterms:W3CDTF">2026-04-22T06:25:51Z</dcterms:modified>
</cp:coreProperties>
</file>